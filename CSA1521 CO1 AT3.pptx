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DF05B-AD18-4EA2-A718-BC548A334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D6EA2-377B-44F4-8D03-E793C6ED14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9F326-C820-44E4-A013-185A6E67A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37BA7-C7B9-4290-9544-27DA3F39B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8CAD4-FCC0-454C-94E8-8A5E1A39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476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266C-3BCD-4E45-B951-D8B07506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AEBEE-F5F0-4CD8-8F75-D0173C99C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49A7C-4D9B-49A4-B40A-A49C3DBF4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3DF1F-D01D-4D01-A013-6CB7A3CAB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D5075-6C5F-4DCB-8B69-DC100F4C7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44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E88C8-41BF-4ED6-890B-D5FC5BD3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2B1E9-DFEC-40ED-8CC6-645F51B15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639FE-8380-4A0A-8EC7-6EFF75E7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2B14E-05AD-4BF1-A8EA-3F1BCE4DC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33623-E311-439A-A949-B7EA90C7C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905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4E557-DA75-4F5E-ABC6-C7D0BF08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A3616-8B4F-4984-AF31-1BA716A70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C4B86B-342F-4B74-88A9-701F33BD7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0C435-25F9-4F5E-B541-0651B946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092E8-1A89-4567-9DD7-D642EA764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5639D-6CB8-40E9-9C7A-FB3B14C0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192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58677-0A11-4F98-9907-356F56C5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FB4FE-6C8C-4B71-BA85-D131F2B57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4544AF-3477-47B5-A03D-FD9F445EA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A40B86-5F72-488E-A6C5-85AC53403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5FDFC-B648-485E-B998-7C9BFC102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F1F77-08C1-4A77-BA2E-73477020A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DC5843-B145-4AE4-98C9-B2F6751E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0CF76-CB06-4500-B0A0-572823AD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060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15261-CAC9-48A9-A107-802BEAC0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99998E-75E4-4F23-8E79-31F480D9F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99DB7-5507-4DCA-92CC-4D3BC2927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14B8F-EAA8-4C86-B086-74A1D1B2F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48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5FDD4-F995-4565-9FC7-18CFF15F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EAC333-4C4D-42E1-88DA-9AE802B8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95120-750B-4998-A09B-30D07E65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67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1BCB-6D7F-47D0-ABEF-2AB81B60A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A788C-F6C0-4E4D-BE8E-AB4B40E2C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0DA9E-F585-483B-975F-1803F8B96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36926-5E28-4A71-AFE6-600F43FD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71A0AE-B42B-47EB-BCCE-D928E2F5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A304C-9CC2-414E-B70B-8E0AA53D7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72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C0DC-847A-4D3D-B82B-2C3DF524A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DBEB9-B326-4DC4-AD22-A60A43945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AF1ED-9410-4C23-BA6C-106EB3DC6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3D2C5-35E2-4E81-8A72-E86D3576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E5BC5-DDB6-4A9F-A285-50BDD9EF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75104-324B-4394-AA41-79FBC3C7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71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98D0-D1DC-4BC6-B442-3F074DFEC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B7806-9866-4F77-AFC6-3DF15EE8B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6F017-1634-4EB0-A466-9A607C4FD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F8703-5FE8-4BBA-BEE6-56AFBB8A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457A3-0706-4FF6-9F7D-DBAA57AE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496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6BC6B8-4D5B-4FA0-8F5E-F01C4BE3E2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4FA588-B6F3-43A4-A16F-C56DE738B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EC8B-C3BA-4011-A6E2-CFFCA9E0D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FE274-40B4-4695-A6C6-0B9E7981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45FF5-DC2C-4CC3-8100-4814F0DA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191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9C39B-0F4A-492D-B70E-8660809B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B30BB-5DFD-42C8-9725-BB7FA0FD4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8121F-3F1D-4750-830B-0B14B4E07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06242-8C4E-466E-98D3-06000F5EA987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5AF2B-1C91-4D9B-9363-B3C38E3DA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3CA1B-7E1C-41CB-A9FB-AD5D846E1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216CA-9A13-43E7-874A-4034F9196E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69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0E9040-68E2-4B79-AC26-A9D293078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216569"/>
            <a:ext cx="11383378" cy="10918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CF089E-0B1B-4E5E-8E1A-A9A7117B5FCB}"/>
              </a:ext>
            </a:extLst>
          </p:cNvPr>
          <p:cNvSpPr txBox="1"/>
          <p:nvPr/>
        </p:nvSpPr>
        <p:spPr>
          <a:xfrm>
            <a:off x="497305" y="1876926"/>
            <a:ext cx="1125754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CSA1521-Cloud Computing And Big Data Analytics</a:t>
            </a:r>
          </a:p>
          <a:p>
            <a:pPr algn="ctr"/>
            <a:endParaRPr lang="en-IN" sz="2800" b="1" dirty="0">
              <a:latin typeface="Arial Black" panose="020B0A040201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IN" sz="4000" b="1" dirty="0">
                <a:latin typeface="Sitka Heading Semibold" pitchFamily="2" charset="0"/>
                <a:cs typeface="Times New Roman" panose="02020603050405020304" pitchFamily="18" charset="0"/>
              </a:rPr>
              <a:t>The Role Of Data Centres in Cloud Computing </a:t>
            </a:r>
          </a:p>
          <a:p>
            <a:pPr algn="ctr"/>
            <a:endParaRPr lang="en-IN" sz="2800" b="1" dirty="0">
              <a:latin typeface="Sitka Heading Semibold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Sitka Heading Semibold" pitchFamily="2" charset="0"/>
                <a:cs typeface="Times New Roman" panose="02020603050405020304" pitchFamily="18" charset="0"/>
              </a:rPr>
              <a:t>Guide by</a:t>
            </a:r>
          </a:p>
          <a:p>
            <a:pPr algn="ctr"/>
            <a:r>
              <a:rPr lang="en-IN" sz="2800" dirty="0">
                <a:latin typeface="Sitka Heading Semibold" pitchFamily="2" charset="0"/>
                <a:cs typeface="Times New Roman" panose="02020603050405020304" pitchFamily="18" charset="0"/>
              </a:rPr>
              <a:t>Dr. </a:t>
            </a:r>
            <a:r>
              <a:rPr lang="en-IN" sz="2800" dirty="0" err="1">
                <a:latin typeface="Sitka Heading Semibold" pitchFamily="2" charset="0"/>
                <a:cs typeface="Times New Roman" panose="02020603050405020304" pitchFamily="18" charset="0"/>
              </a:rPr>
              <a:t>Santhiya</a:t>
            </a:r>
            <a:r>
              <a:rPr lang="en-IN" sz="2800" dirty="0">
                <a:latin typeface="Sitka Heading Semibold" pitchFamily="2" charset="0"/>
                <a:cs typeface="Times New Roman" panose="02020603050405020304" pitchFamily="18" charset="0"/>
              </a:rPr>
              <a:t> Lakshmi </a:t>
            </a:r>
          </a:p>
          <a:p>
            <a:pPr algn="ctr"/>
            <a:endParaRPr lang="en-IN" sz="2800" dirty="0">
              <a:latin typeface="Sitka Heading Semibold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Sitka Heading Semibold" pitchFamily="2" charset="0"/>
                <a:cs typeface="Times New Roman" panose="02020603050405020304" pitchFamily="18" charset="0"/>
              </a:rPr>
              <a:t>Presented by </a:t>
            </a:r>
          </a:p>
          <a:p>
            <a:pPr algn="ctr"/>
            <a:r>
              <a:rPr lang="en-IN" sz="2800" dirty="0">
                <a:latin typeface="Sitka Heading Semibold" pitchFamily="2" charset="0"/>
                <a:cs typeface="Times New Roman" panose="02020603050405020304" pitchFamily="18" charset="0"/>
              </a:rPr>
              <a:t>Yogashree G (192573022)</a:t>
            </a:r>
          </a:p>
          <a:p>
            <a:pPr algn="ctr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301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imats Engineering | Chennai">
            <a:extLst>
              <a:ext uri="{FF2B5EF4-FFF2-40B4-BE49-F238E27FC236}">
                <a16:creationId xmlns:a16="http://schemas.microsoft.com/office/drawing/2014/main" id="{496445D4-1489-4D53-86F9-3CD951049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254736" y="286859"/>
            <a:ext cx="2710534" cy="9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aveetha College of Physiotherapy - SCPT (@SCPTOfficialPage) • Facebook">
            <a:extLst>
              <a:ext uri="{FF2B5EF4-FFF2-40B4-BE49-F238E27FC236}">
                <a16:creationId xmlns:a16="http://schemas.microsoft.com/office/drawing/2014/main" id="{CB5708FC-F306-4677-B0D1-F88CA3343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9226730" y="286859"/>
            <a:ext cx="2710534" cy="9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8E80A-AAAC-45E9-BEDE-0216667F4AA3}"/>
              </a:ext>
            </a:extLst>
          </p:cNvPr>
          <p:cNvSpPr/>
          <p:nvPr/>
        </p:nvSpPr>
        <p:spPr>
          <a:xfrm>
            <a:off x="4027120" y="317962"/>
            <a:ext cx="384900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600" b="1" spc="-15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3414F9-66F0-4764-9F12-8908632D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267" y="1354516"/>
            <a:ext cx="6507302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role of data centers in cloud computing. To learn how data centers support cloud services and applications. To study the basic architecture of a cloud data center. To explore a real-world example of cloud data center usage. To understand the benefits and importance of data centers in delivering reliable cloud services. </a:t>
            </a:r>
          </a:p>
        </p:txBody>
      </p:sp>
      <p:pic>
        <p:nvPicPr>
          <p:cNvPr id="1027" name="Picture 3" descr="Introduction to Cloud Computing. Why cloud computing? | by MaJeD BoJaN | Medium">
            <a:extLst>
              <a:ext uri="{FF2B5EF4-FFF2-40B4-BE49-F238E27FC236}">
                <a16:creationId xmlns:a16="http://schemas.microsoft.com/office/drawing/2014/main" id="{8E2CC3CE-8386-4A69-AD54-408E8D4B5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100" y="1488303"/>
            <a:ext cx="4550164" cy="466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951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imats Engineering | Chennai">
            <a:extLst>
              <a:ext uri="{FF2B5EF4-FFF2-40B4-BE49-F238E27FC236}">
                <a16:creationId xmlns:a16="http://schemas.microsoft.com/office/drawing/2014/main" id="{496445D4-1489-4D53-86F9-3CD951049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254736" y="286859"/>
            <a:ext cx="2710534" cy="9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aveetha College of Physiotherapy - SCPT (@SCPTOfficialPage) • Facebook">
            <a:extLst>
              <a:ext uri="{FF2B5EF4-FFF2-40B4-BE49-F238E27FC236}">
                <a16:creationId xmlns:a16="http://schemas.microsoft.com/office/drawing/2014/main" id="{CB5708FC-F306-4677-B0D1-F88CA3343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9226730" y="286859"/>
            <a:ext cx="2710534" cy="9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8E80A-AAAC-45E9-BEDE-0216667F4AA3}"/>
              </a:ext>
            </a:extLst>
          </p:cNvPr>
          <p:cNvSpPr/>
          <p:nvPr/>
        </p:nvSpPr>
        <p:spPr>
          <a:xfrm>
            <a:off x="3760489" y="0"/>
            <a:ext cx="4671022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56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Technical </a:t>
            </a:r>
          </a:p>
          <a:p>
            <a:pPr algn="ctr"/>
            <a:r>
              <a:rPr lang="en-IN" sz="56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3C35E08-6BC1-40F2-B5F3-489915730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9615" y="2102741"/>
            <a:ext cx="604787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data center stores and processes data. 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contains servers, storage, and networking devices. 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Supports cloud applications and virtual machines. 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secure and reliable services. </a:t>
            </a:r>
          </a:p>
          <a:p>
            <a:pPr marL="285750" marR="0" lvl="0" indent="-28575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resource sharing over the Internet. </a:t>
            </a:r>
          </a:p>
        </p:txBody>
      </p:sp>
      <p:pic>
        <p:nvPicPr>
          <p:cNvPr id="6148" name="Picture 4" descr="What Is Cloud Computing? A Key Component of Modern IT Course">
            <a:extLst>
              <a:ext uri="{FF2B5EF4-FFF2-40B4-BE49-F238E27FC236}">
                <a16:creationId xmlns:a16="http://schemas.microsoft.com/office/drawing/2014/main" id="{2BC98786-956F-474C-ADDC-4DFAC9C8EB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35"/>
          <a:stretch/>
        </p:blipFill>
        <p:spPr bwMode="auto">
          <a:xfrm>
            <a:off x="553857" y="2019418"/>
            <a:ext cx="4822825" cy="413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23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imats Engineering | Chennai">
            <a:extLst>
              <a:ext uri="{FF2B5EF4-FFF2-40B4-BE49-F238E27FC236}">
                <a16:creationId xmlns:a16="http://schemas.microsoft.com/office/drawing/2014/main" id="{496445D4-1489-4D53-86F9-3CD951049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254736" y="286859"/>
            <a:ext cx="2710534" cy="9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aveetha College of Physiotherapy - SCPT (@SCPTOfficialPage) • Facebook">
            <a:extLst>
              <a:ext uri="{FF2B5EF4-FFF2-40B4-BE49-F238E27FC236}">
                <a16:creationId xmlns:a16="http://schemas.microsoft.com/office/drawing/2014/main" id="{CB5708FC-F306-4677-B0D1-F88CA3343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9226730" y="286859"/>
            <a:ext cx="2710534" cy="9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8E80A-AAAC-45E9-BEDE-0216667F4AA3}"/>
              </a:ext>
            </a:extLst>
          </p:cNvPr>
          <p:cNvSpPr/>
          <p:nvPr/>
        </p:nvSpPr>
        <p:spPr>
          <a:xfrm>
            <a:off x="3260993" y="135985"/>
            <a:ext cx="5670014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56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 Centre</a:t>
            </a:r>
          </a:p>
          <a:p>
            <a:pPr algn="ctr"/>
            <a:r>
              <a:rPr lang="en-IN" sz="56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3414F9-66F0-4764-9F12-8908632D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857" y="1969808"/>
            <a:ext cx="7053530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access services through the Internet.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balancer distributes user requests.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run cloud applications.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Hypervisor creates and manages virtual machines.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and networking connect all resources. </a:t>
            </a:r>
          </a:p>
        </p:txBody>
      </p:sp>
      <p:pic>
        <p:nvPicPr>
          <p:cNvPr id="5122" name="Picture 2" descr="Architecture of Cloud Computing">
            <a:extLst>
              <a:ext uri="{FF2B5EF4-FFF2-40B4-BE49-F238E27FC236}">
                <a16:creationId xmlns:a16="http://schemas.microsoft.com/office/drawing/2014/main" id="{DECC0E03-7181-4461-8FAE-AA4A49ADA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3274" y="2337091"/>
            <a:ext cx="3950869" cy="3804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0207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imats Engineering | Chennai">
            <a:extLst>
              <a:ext uri="{FF2B5EF4-FFF2-40B4-BE49-F238E27FC236}">
                <a16:creationId xmlns:a16="http://schemas.microsoft.com/office/drawing/2014/main" id="{496445D4-1489-4D53-86F9-3CD951049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254736" y="286859"/>
            <a:ext cx="2710534" cy="9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aveetha College of Physiotherapy - SCPT (@SCPTOfficialPage) • Facebook">
            <a:extLst>
              <a:ext uri="{FF2B5EF4-FFF2-40B4-BE49-F238E27FC236}">
                <a16:creationId xmlns:a16="http://schemas.microsoft.com/office/drawing/2014/main" id="{CB5708FC-F306-4677-B0D1-F88CA3343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9226730" y="286859"/>
            <a:ext cx="2710534" cy="9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8E80A-AAAC-45E9-BEDE-0216667F4AA3}"/>
              </a:ext>
            </a:extLst>
          </p:cNvPr>
          <p:cNvSpPr/>
          <p:nvPr/>
        </p:nvSpPr>
        <p:spPr>
          <a:xfrm>
            <a:off x="2951389" y="286859"/>
            <a:ext cx="628922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56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 Use Case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E3414F9-66F0-4764-9F12-8908632DC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053" y="2110535"/>
            <a:ext cx="5579758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uploads a file to AWS.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Servers process the request.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stored securely.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Backup copies are maintained.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 access data anytime. </a:t>
            </a:r>
          </a:p>
        </p:txBody>
      </p:sp>
      <p:pic>
        <p:nvPicPr>
          <p:cNvPr id="4098" name="Picture 2" descr="Cloud Computing Applications with Use Cases (Advanced) - DataFlair">
            <a:extLst>
              <a:ext uri="{FF2B5EF4-FFF2-40B4-BE49-F238E27FC236}">
                <a16:creationId xmlns:a16="http://schemas.microsoft.com/office/drawing/2014/main" id="{44B1AA07-EB10-410B-ACE4-F3170A1BD9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33" t="873" r="1700" b="-873"/>
          <a:stretch/>
        </p:blipFill>
        <p:spPr bwMode="auto">
          <a:xfrm>
            <a:off x="6783291" y="1982198"/>
            <a:ext cx="475457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541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imats Engineering | Chennai">
            <a:extLst>
              <a:ext uri="{FF2B5EF4-FFF2-40B4-BE49-F238E27FC236}">
                <a16:creationId xmlns:a16="http://schemas.microsoft.com/office/drawing/2014/main" id="{496445D4-1489-4D53-86F9-3CD951049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5" b="38421"/>
          <a:stretch>
            <a:fillRect/>
          </a:stretch>
        </p:blipFill>
        <p:spPr bwMode="auto">
          <a:xfrm>
            <a:off x="254736" y="286859"/>
            <a:ext cx="2710534" cy="9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aveetha College of Physiotherapy - SCPT (@SCPTOfficialPage) • Facebook">
            <a:extLst>
              <a:ext uri="{FF2B5EF4-FFF2-40B4-BE49-F238E27FC236}">
                <a16:creationId xmlns:a16="http://schemas.microsoft.com/office/drawing/2014/main" id="{CB5708FC-F306-4677-B0D1-F88CA33430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1" b="25531"/>
          <a:stretch>
            <a:fillRect/>
          </a:stretch>
        </p:blipFill>
        <p:spPr bwMode="auto">
          <a:xfrm>
            <a:off x="9226730" y="286859"/>
            <a:ext cx="2710534" cy="985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8E80A-AAAC-45E9-BEDE-0216667F4AA3}"/>
              </a:ext>
            </a:extLst>
          </p:cNvPr>
          <p:cNvSpPr/>
          <p:nvPr/>
        </p:nvSpPr>
        <p:spPr>
          <a:xfrm>
            <a:off x="4384633" y="317962"/>
            <a:ext cx="342273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560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C5BCBAB-40F9-42C3-9FFF-39312AE34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346" y="2158661"/>
            <a:ext cx="8117305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centers are the backbone of cloud computing.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storage, computing, and networking.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improves resource utilization.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secure and scalable cloud services.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by AWS, Azure, and Google Cloud. </a:t>
            </a:r>
          </a:p>
        </p:txBody>
      </p:sp>
    </p:spTree>
    <p:extLst>
      <p:ext uri="{BB962C8B-B14F-4D97-AF65-F5344CB8AC3E}">
        <p14:creationId xmlns:p14="http://schemas.microsoft.com/office/powerpoint/2010/main" val="126756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09C01C-9C4D-486A-8217-4545489BE516}"/>
              </a:ext>
            </a:extLst>
          </p:cNvPr>
          <p:cNvSpPr txBox="1"/>
          <p:nvPr/>
        </p:nvSpPr>
        <p:spPr>
          <a:xfrm>
            <a:off x="2149642" y="2459504"/>
            <a:ext cx="78927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0" dirty="0">
                <a:latin typeface="Impact" panose="020B080603090205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41710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250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Impact</vt:lpstr>
      <vt:lpstr>Sitka Heading Semibold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5</cp:revision>
  <dcterms:created xsi:type="dcterms:W3CDTF">2026-07-24T14:02:18Z</dcterms:created>
  <dcterms:modified xsi:type="dcterms:W3CDTF">2026-08-07T13:51:17Z</dcterms:modified>
</cp:coreProperties>
</file>